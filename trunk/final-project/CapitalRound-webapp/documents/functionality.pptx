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7" r:id="rId2"/>
    <p:sldId id="314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610" autoAdjust="0"/>
  </p:normalViewPr>
  <p:slideViewPr>
    <p:cSldViewPr snapToGrid="0" snapToObjects="1">
      <p:cViewPr varScale="1">
        <p:scale>
          <a:sx n="84" d="100"/>
          <a:sy n="84" d="100"/>
        </p:scale>
        <p:origin x="-167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58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85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03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1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02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4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1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2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08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8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3DB7C-F606-DD42-94A0-E69DE4D86409}" type="datetimeFigureOut">
              <a:rPr lang="en-US" smtClean="0"/>
              <a:t>10/14/12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F074D-8E93-324C-B90C-3EE97665D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3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91484" y="273197"/>
            <a:ext cx="119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Content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617801" y="2946386"/>
            <a:ext cx="5908398" cy="138157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Capital Round for OFEF guide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8842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Crowdfunding </a:t>
            </a:r>
            <a:r>
              <a:rPr lang="en-US" sz="1600" b="1" i="1" dirty="0" smtClean="0">
                <a:solidFill>
                  <a:schemeClr val="bg1"/>
                </a:solidFill>
              </a:rPr>
              <a:t>collaboration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Mentorship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process – Users create startups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Investment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Diligence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Applications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43" y="1515387"/>
            <a:ext cx="2800003" cy="14142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410" y="2592776"/>
            <a:ext cx="2790582" cy="1981773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3384541" y="1927736"/>
            <a:ext cx="7313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24877" y="1743070"/>
            <a:ext cx="30177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Start a company on Capital Round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1579" y="3894401"/>
            <a:ext cx="231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Fill out the basic information about the company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866669" y="3411789"/>
            <a:ext cx="1055739" cy="4589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45" y="3411788"/>
            <a:ext cx="2885564" cy="2227377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 flipV="1">
            <a:off x="3697007" y="4849941"/>
            <a:ext cx="1563890" cy="1835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866669" y="5033533"/>
            <a:ext cx="2310829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Access your company’s profile page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296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Crowdfunding </a:t>
            </a:r>
            <a:r>
              <a:rPr lang="en-US" sz="1600" b="1" i="1" dirty="0" smtClean="0">
                <a:solidFill>
                  <a:schemeClr val="bg1"/>
                </a:solidFill>
              </a:rPr>
              <a:t>collaboration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Mentorship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process – Startups update information 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Investment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Diligence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Applications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14" y="1499351"/>
            <a:ext cx="2885564" cy="222737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1361751" y="1988935"/>
            <a:ext cx="2327062" cy="961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797841" y="1742177"/>
            <a:ext cx="37759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Add detailed information about the company, like products description, target market, financial info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Upload documents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1361753" y="3304693"/>
            <a:ext cx="1484152" cy="10165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845905" y="4258083"/>
            <a:ext cx="21916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Add you team members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1361751" y="3580083"/>
            <a:ext cx="367213" cy="9638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52767" y="4682538"/>
            <a:ext cx="21392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Add the company news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699" y="2943085"/>
            <a:ext cx="1276047" cy="20780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859" y="3477753"/>
            <a:ext cx="1511773" cy="213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561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84" y="1538992"/>
            <a:ext cx="3040285" cy="2546676"/>
          </a:xfrm>
          <a:prstGeom prst="rect">
            <a:avLst/>
          </a:prstGeom>
        </p:spPr>
      </p:pic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Crowdfunding </a:t>
            </a:r>
            <a:r>
              <a:rPr lang="en-US" sz="1600" b="1" i="1" dirty="0" smtClean="0">
                <a:solidFill>
                  <a:schemeClr val="bg1"/>
                </a:solidFill>
              </a:rPr>
              <a:t>collaboration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Mentorship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process – Startups apply to OFEF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Investment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Diligence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Applications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1484" y="939465"/>
            <a:ext cx="591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Startups update profile and add detail information</a:t>
            </a:r>
            <a:endParaRPr lang="en-US" dirty="0" smtClean="0"/>
          </a:p>
        </p:txBody>
      </p:sp>
      <p:cxnSp>
        <p:nvCxnSpPr>
          <p:cNvPr id="57" name="Straight Connector 56"/>
          <p:cNvCxnSpPr/>
          <p:nvPr/>
        </p:nvCxnSpPr>
        <p:spPr>
          <a:xfrm>
            <a:off x="522452" y="1308797"/>
            <a:ext cx="613329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482278" y="2333758"/>
            <a:ext cx="110164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30924" y="1980712"/>
            <a:ext cx="37759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Update your find raising status: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Apply to OFEF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Start crowdfunding campaign </a:t>
            </a:r>
            <a:r>
              <a:rPr lang="en-US" sz="1600" i="1" dirty="0" smtClean="0">
                <a:solidFill>
                  <a:schemeClr val="tx2"/>
                </a:solidFill>
              </a:rPr>
              <a:t>(currently unavailable)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586" y="3287901"/>
            <a:ext cx="1581438" cy="254120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54985" y="5208906"/>
            <a:ext cx="37759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Answer specific OFEF questions</a:t>
            </a:r>
            <a:endParaRPr lang="en-US" sz="1600" i="1" dirty="0" smtClean="0">
              <a:solidFill>
                <a:schemeClr val="tx2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585795" y="4085668"/>
            <a:ext cx="1774866" cy="11232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6126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Crowdfunding </a:t>
            </a:r>
            <a:r>
              <a:rPr lang="en-US" sz="1600" b="1" i="1" dirty="0" smtClean="0">
                <a:solidFill>
                  <a:schemeClr val="bg1"/>
                </a:solidFill>
              </a:rPr>
              <a:t>collaboration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Mentorship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Due Diligence – OFEF team access applications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Investment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Diligence</a:t>
            </a: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Applications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53029"/>
          <a:stretch/>
        </p:blipFill>
        <p:spPr>
          <a:xfrm>
            <a:off x="591484" y="1116190"/>
            <a:ext cx="3600871" cy="964807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 flipV="1">
            <a:off x="2784704" y="1254560"/>
            <a:ext cx="1799216" cy="4130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3906869" y="1790041"/>
            <a:ext cx="677052" cy="1070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685275" y="1496221"/>
            <a:ext cx="3775939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Access ‘OFEF view’  (available only to OFEF team)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720" y="2570318"/>
            <a:ext cx="3919103" cy="289160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623665" y="3041469"/>
            <a:ext cx="2290826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Summary tables of all applications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4583921" y="3335291"/>
            <a:ext cx="1927871" cy="4283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623665" y="4877144"/>
            <a:ext cx="22908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News feed of all startups in portfolio and application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4296961" y="5263027"/>
            <a:ext cx="2214831" cy="1988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276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191" y="1959617"/>
            <a:ext cx="2361645" cy="2440895"/>
          </a:xfrm>
          <a:prstGeom prst="rect">
            <a:avLst/>
          </a:prstGeom>
        </p:spPr>
      </p:pic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Crowdfunding </a:t>
            </a:r>
            <a:r>
              <a:rPr lang="en-US" sz="1600" b="1" i="1" dirty="0" smtClean="0">
                <a:solidFill>
                  <a:schemeClr val="bg1"/>
                </a:solidFill>
              </a:rPr>
              <a:t>collaboration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Mentorship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Due Diligence – OFEF team access applications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Investment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Diligence</a:t>
            </a: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Applications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84" y="1124517"/>
            <a:ext cx="3919103" cy="289160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499145" y="1196764"/>
            <a:ext cx="2290826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Access detailed profile for each startup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422332" y="1422853"/>
            <a:ext cx="1927871" cy="4283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47326" y="4365470"/>
            <a:ext cx="2290826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Update application status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2314593" y="3289393"/>
            <a:ext cx="1354028" cy="9485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41" y="2372068"/>
            <a:ext cx="2318119" cy="275146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523208" y="4993008"/>
            <a:ext cx="22908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Access the company documents and upload additional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906" y="2765432"/>
            <a:ext cx="2318120" cy="2925982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>
            <a:off x="4814034" y="5446621"/>
            <a:ext cx="29759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5569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Crowdfunding </a:t>
            </a:r>
            <a:r>
              <a:rPr lang="en-US" sz="1600" b="1" i="1" dirty="0" smtClean="0">
                <a:solidFill>
                  <a:schemeClr val="bg1"/>
                </a:solidFill>
              </a:rPr>
              <a:t>collaboration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Mentorship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Investment – announce results, promote portfolio companies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Investment</a:t>
            </a: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Diligence</a:t>
            </a: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0932" y="1196764"/>
            <a:ext cx="2290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Under development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287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Crowdfunding collaboration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Mentorship – OFEF finds mentors to portfolio companies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Investment</a:t>
            </a: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Diligence</a:t>
            </a: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Applications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90" y="1701361"/>
            <a:ext cx="4065775" cy="31485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96359" y="1184868"/>
            <a:ext cx="22908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Browse people on the platform and access their detailed info/bio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6377"/>
          <a:stretch/>
        </p:blipFill>
        <p:spPr>
          <a:xfrm>
            <a:off x="5096359" y="2241954"/>
            <a:ext cx="2538623" cy="32801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r="36377"/>
          <a:stretch/>
        </p:blipFill>
        <p:spPr>
          <a:xfrm>
            <a:off x="5822109" y="2641241"/>
            <a:ext cx="2538623" cy="340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41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196" y="2313129"/>
            <a:ext cx="2361645" cy="24408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361" y="2725580"/>
            <a:ext cx="2318120" cy="2925982"/>
          </a:xfrm>
          <a:prstGeom prst="rect">
            <a:avLst/>
          </a:prstGeom>
        </p:spPr>
      </p:pic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 smtClean="0">
                <a:solidFill>
                  <a:schemeClr val="bg1"/>
                </a:solidFill>
              </a:rPr>
              <a:t>Crowdfunding collaboration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Mentorship – New mentors can browse OFEF companies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Investment</a:t>
            </a: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Diligence</a:t>
            </a: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Applications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63" y="1208660"/>
            <a:ext cx="3642596" cy="35741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62348" y="1077772"/>
            <a:ext cx="229082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OFEF refer new people to the platform, so they become familiar with company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303" y="3138667"/>
            <a:ext cx="2318119" cy="2751461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V="1">
            <a:off x="4708143" y="3964194"/>
            <a:ext cx="3274320" cy="1237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723687" y="4967708"/>
            <a:ext cx="353721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Mentors can indicate what companies they want to work with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OFEF chooses between interested people actual mentors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777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entagon 49"/>
          <p:cNvSpPr/>
          <p:nvPr/>
        </p:nvSpPr>
        <p:spPr>
          <a:xfrm>
            <a:off x="6853174" y="6044978"/>
            <a:ext cx="1830524" cy="579106"/>
          </a:xfrm>
          <a:prstGeom prst="homePlate">
            <a:avLst/>
          </a:prstGeom>
          <a:solidFill>
            <a:srgbClr val="FF9900"/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Crowdfunding collaboration</a:t>
            </a:r>
          </a:p>
        </p:txBody>
      </p:sp>
      <p:sp>
        <p:nvSpPr>
          <p:cNvPr id="49" name="Pentagon 48"/>
          <p:cNvSpPr/>
          <p:nvPr/>
        </p:nvSpPr>
        <p:spPr>
          <a:xfrm>
            <a:off x="5260897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484" y="273197"/>
            <a:ext cx="779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Crowdfunding collaboration (under development) 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17513" y="819805"/>
            <a:ext cx="82459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3668621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Investment</a:t>
            </a:r>
          </a:p>
        </p:txBody>
      </p:sp>
      <p:sp>
        <p:nvSpPr>
          <p:cNvPr id="37" name="Pentagon 36"/>
          <p:cNvSpPr/>
          <p:nvPr/>
        </p:nvSpPr>
        <p:spPr>
          <a:xfrm>
            <a:off x="2076345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Diligence</a:t>
            </a:r>
          </a:p>
        </p:txBody>
      </p:sp>
      <p:sp>
        <p:nvSpPr>
          <p:cNvPr id="44" name="Pentagon 43"/>
          <p:cNvSpPr/>
          <p:nvPr/>
        </p:nvSpPr>
        <p:spPr>
          <a:xfrm>
            <a:off x="484069" y="6044926"/>
            <a:ext cx="1830524" cy="57910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8575" cmpd="sng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840" y="1265229"/>
            <a:ext cx="71626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Startups can raise $50K from the platform and use it as a matching fund</a:t>
            </a:r>
          </a:p>
        </p:txBody>
      </p:sp>
    </p:spTree>
    <p:extLst>
      <p:ext uri="{BB962C8B-B14F-4D97-AF65-F5344CB8AC3E}">
        <p14:creationId xmlns:p14="http://schemas.microsoft.com/office/powerpoint/2010/main" val="1150083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13092</TotalTime>
  <Words>306</Words>
  <Application>Microsoft Macintosh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Equicon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Sergey Astretsov</dc:creator>
  <cp:lastModifiedBy>Sergey Astretsov</cp:lastModifiedBy>
  <cp:revision>170</cp:revision>
  <dcterms:created xsi:type="dcterms:W3CDTF">2012-05-03T14:18:19Z</dcterms:created>
  <dcterms:modified xsi:type="dcterms:W3CDTF">2012-10-15T00:57:54Z</dcterms:modified>
</cp:coreProperties>
</file>